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35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Actuator Alliance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 JISHNU PRABU K - CB.EN.U4ECE26018 </a:t>
            </a:r>
            <a:r>
              <a:rPr lang="en-US" dirty="0">
                <a:solidFill>
                  <a:schemeClr val="bg1"/>
                </a:solidFill>
              </a:rPr>
              <a:t>GAUTHAM V – CB.EN.U4ECE26056, SHARMILI KRISHNAN – CB.EN.U4ECE26014 , PEDIREDLA CHARITESH – CB.EN.U4ECE26063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7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 SMART CAMPUS ENERGY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500" dirty="0"/>
              <a:t>ACTUATOR ALLIANCE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What it exactly solves is In our  Campuses often waste a lot of electrical energy because lights, fans, air-conditioner and other electrical systems stay on when rooms are empty or not being used. Most current ways of tracking occupancy and space usage don't give up-, to-date information. This makes it hard to manage energy properly leading to operating costs and wasted power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It is important right now because it </a:t>
            </a:r>
            <a:r>
              <a:rPr lang="en-US" b="1" dirty="0"/>
              <a:t>MINIMIZES ENERGY WASTAGE </a:t>
            </a:r>
            <a:r>
              <a:rPr lang="en-US" dirty="0"/>
              <a:t>in unused campus spaces , </a:t>
            </a:r>
            <a:r>
              <a:rPr lang="en-US" b="1" dirty="0"/>
              <a:t>LOWERS ELECTRICITY BILLS , </a:t>
            </a:r>
            <a:r>
              <a:rPr lang="en-US" dirty="0"/>
              <a:t>it supports sustainability by the reduction of </a:t>
            </a:r>
            <a:r>
              <a:rPr lang="en-US" b="1" dirty="0"/>
              <a:t>CARBON EMISSION .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35024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dirty="0"/>
              <a:t>ACTUATOR</a:t>
            </a:r>
          </a:p>
          <a:p>
            <a:pPr marL="0" indent="0">
              <a:buNone/>
            </a:pPr>
            <a:r>
              <a:rPr lang="en-US" dirty="0"/>
              <a:t>ALLIANCE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this problem affects and who gains from a fix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Main users</a:t>
            </a:r>
            <a:r>
              <a:rPr lang="en-US" sz="1700" dirty="0">
                <a:solidFill>
                  <a:schemeClr val="tx1"/>
                </a:solidFill>
              </a:rPr>
              <a:t>: People who run offices, classrooms, labs, hostels and smart homes.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Others involved: </a:t>
            </a:r>
            <a:r>
              <a:rPr lang="en-US" sz="1700" b="1" dirty="0"/>
              <a:t>E</a:t>
            </a:r>
            <a:r>
              <a:rPr lang="en-US" sz="1700" dirty="0">
                <a:solidFill>
                  <a:schemeClr val="tx1"/>
                </a:solidFill>
              </a:rPr>
              <a:t>lectricity and maintenance teams, security staff, caregivers looking after elderly people, and the people who install IoT systems.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Who gains</a:t>
            </a:r>
            <a:r>
              <a:rPr lang="en-US" sz="1700" dirty="0">
                <a:solidFill>
                  <a:schemeClr val="tx1"/>
                </a:solidFill>
              </a:rPr>
              <a:t>: The people inside (there is no camera, and an 8x8 thermal image cannot show a face) and the owners (smaller power bills). It is also a small win for the environment by reducing the level of carbon emission</a:t>
            </a:r>
            <a:r>
              <a:rPr lang="en-US" sz="1700" b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435608" y="448056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dirty="0"/>
              <a:t>ACTUATOR</a:t>
            </a:r>
          </a:p>
          <a:p>
            <a:r>
              <a:rPr lang="en-US" dirty="0"/>
              <a:t>ALLIANCE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How rooms are monitored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Right now</a:t>
            </a:r>
            <a:r>
              <a:rPr lang="en-US" sz="1700" dirty="0">
                <a:solidFill>
                  <a:schemeClr val="tx1"/>
                </a:solidFill>
              </a:rPr>
              <a:t>: Lights, fans and AC mostly run on timers, manual switches or basic PIR motion sensors.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Something we noticed</a:t>
            </a:r>
            <a:r>
              <a:rPr lang="en-US" sz="1700" dirty="0">
                <a:solidFill>
                  <a:schemeClr val="tx1"/>
                </a:solidFill>
              </a:rPr>
              <a:t>: Small mmWave radar and thermal grid modules are now cheap and easy to connect to a microcontroller, but most projects we found use them on their own.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How it works today: </a:t>
            </a:r>
            <a:r>
              <a:rPr lang="en-US" sz="1700" dirty="0">
                <a:solidFill>
                  <a:schemeClr val="tx1"/>
                </a:solidFill>
              </a:rPr>
              <a:t>The sensor sees movement and switches something on. Nothing checks who or what moved. Or else a camera just records all day.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End result: </a:t>
            </a:r>
            <a:r>
              <a:rPr lang="en-US" sz="1700" dirty="0"/>
              <a:t>E</a:t>
            </a:r>
            <a:r>
              <a:rPr lang="en-US" sz="1700" dirty="0">
                <a:solidFill>
                  <a:schemeClr val="tx1"/>
                </a:solidFill>
              </a:rPr>
              <a:t>mpty rooms stay powered, or the lights go off on someone sitting still.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447800" y="448056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/>
              <a:t>TEAM</a:t>
            </a:r>
          </a:p>
          <a:p>
            <a:r>
              <a:rPr lang="en-US" dirty="0"/>
              <a:t>ACTUATOR</a:t>
            </a:r>
          </a:p>
          <a:p>
            <a:r>
              <a:rPr lang="en-US" dirty="0"/>
              <a:t>ALLIANCE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makes this hard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Main difficulties: </a:t>
            </a:r>
            <a:r>
              <a:rPr lang="en-US" sz="1700" dirty="0">
                <a:solidFill>
                  <a:schemeClr val="tx1"/>
                </a:solidFill>
              </a:rPr>
              <a:t>PIR cannot see someone sitting still. Radar alone may lose a person who stops moving and cannot tell a person from a pet. A thermal grid alone is only 8x8 pixels.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Why it happens</a:t>
            </a:r>
            <a:r>
              <a:rPr lang="en-US" sz="1700" dirty="0">
                <a:solidFill>
                  <a:schemeClr val="tx1"/>
                </a:solidFill>
              </a:rPr>
              <a:t>: Each sensor is used by itself, and nothing checks one sensor against the other.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If we ignore it</a:t>
            </a:r>
            <a:r>
              <a:rPr lang="en-US" sz="1700" dirty="0">
                <a:solidFill>
                  <a:schemeClr val="tx1"/>
                </a:solidFill>
              </a:rPr>
              <a:t>: </a:t>
            </a:r>
            <a:r>
              <a:rPr lang="en-US" sz="1700" dirty="0"/>
              <a:t>E</a:t>
            </a:r>
            <a:r>
              <a:rPr lang="en-US" sz="1700" dirty="0">
                <a:solidFill>
                  <a:schemeClr val="tx1"/>
                </a:solidFill>
              </a:rPr>
              <a:t>nergy gets wasted, people get plunged into the dark mid-work, alarms are wrong or missed,  users push back on cameras and using cameras </a:t>
            </a:r>
            <a:r>
              <a:rPr lang="en-US" sz="1700" dirty="0"/>
              <a:t>were decrease our privacy and it leads to some unwanted problems</a:t>
            </a:r>
            <a:r>
              <a:rPr lang="en-US" sz="1700" dirty="0">
                <a:solidFill>
                  <a:schemeClr val="tx1"/>
                </a:solidFill>
              </a:rPr>
              <a:t> 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ACTUATOR ALLIANCE</a:t>
            </a:r>
            <a:endParaRPr lang="en-US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people already use,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457200" y="2131996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PIR and ultrasonic sensors (Honeywell, Bosch, Panasonic): </a:t>
            </a:r>
            <a:r>
              <a:rPr lang="en-US" sz="1400" dirty="0">
                <a:solidFill>
                  <a:schemeClr val="tx1"/>
                </a:solidFill>
              </a:rPr>
              <a:t>Cheap and simple, but they don't notice someone sitting quietly and can't tell a person from a dog. Our fix: radar keeps following a person even when they stop moving.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AI cameras (Axis, Hikvision, Google Nest): </a:t>
            </a:r>
            <a:r>
              <a:rPr lang="en-US" sz="1400" dirty="0">
                <a:solidFill>
                  <a:schemeClr val="tx1"/>
                </a:solidFill>
              </a:rPr>
              <a:t>Very accurate, but nobody likes being filmed, and they use a lot of power and bandwidth. Our fix: an 8x8 thermal grid can't capture a face, so no camera is needed.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mmWave radar alone (Aqara FP2, Hi-Link HLK-LD2450</a:t>
            </a:r>
            <a:r>
              <a:rPr lang="en-US" sz="1400" dirty="0">
                <a:solidFill>
                  <a:schemeClr val="tx1"/>
                </a:solidFill>
              </a:rPr>
              <a:t>): Great at tracking where people are, but it gets confused by pets and warm objects. Our fix: a thermal check at the spot the radar points to, looking for a human-sized, body-warm blob.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Thermal grid alone (Panasonic AMG8833 Grid-EYE, sold as boards by Adafruit and SparkFun): </a:t>
            </a:r>
            <a:r>
              <a:rPr lang="en-US" sz="1400" dirty="0">
                <a:solidFill>
                  <a:schemeClr val="tx1"/>
                </a:solidFill>
              </a:rPr>
              <a:t>only 8x8 pixels and no tracking of its own.</a:t>
            </a:r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endParaRPr lang="en-US" sz="1400" dirty="0"/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Our fix</a:t>
            </a:r>
            <a:r>
              <a:rPr lang="en-US" sz="1400" b="1" dirty="0">
                <a:solidFill>
                  <a:schemeClr val="tx1"/>
                </a:solidFill>
              </a:rPr>
              <a:t>: </a:t>
            </a:r>
            <a:r>
              <a:rPr lang="en-US" sz="1400" dirty="0">
                <a:solidFill>
                  <a:schemeClr val="tx1"/>
                </a:solidFill>
              </a:rPr>
              <a:t>radar tells it exactly where to look</a:t>
            </a:r>
            <a:r>
              <a:rPr lang="en-US" sz="1400" b="1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Multi-sensor systems: we found them in research and patents, but they rely on cameras and microphones. Ours uses only radar and thermal.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The gap: we couldn't find a low-cost radar + thermal setup, with no camera, that double-checks the exact spot where the radar sees someone.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35024" y="448056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dirty="0">
                <a:solidFill>
                  <a:schemeClr val="accent1"/>
                </a:solidFill>
              </a:rPr>
              <a:t>ACTUATOR ALLIANCE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we need to build this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Hardware: </a:t>
            </a:r>
            <a:r>
              <a:rPr lang="en-US" sz="1500" dirty="0">
                <a:solidFill>
                  <a:schemeClr val="tx1"/>
                </a:solidFill>
              </a:rPr>
              <a:t>an ESP32 board, the HLK-LD2450 mmWave radar (5V, UART), the AMG8833 Grid-EYE thermal sensor (I2C), a power supply, and a relay or LED to show the result.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Sensor range: </a:t>
            </a:r>
            <a:r>
              <a:rPr lang="en-US" sz="1500" dirty="0">
                <a:solidFill>
                  <a:schemeClr val="tx1"/>
                </a:solidFill>
              </a:rPr>
              <a:t>the LD2450 can track up to 3 people within about 6 m (roughly 120° wide, 70° tall). The AMG8833 picks up body heat up to about 7 m in a 60° view, though we expect it to work best at 3 to 5 m and will test that.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Software: </a:t>
            </a:r>
            <a:r>
              <a:rPr lang="en-US" sz="1500" dirty="0">
                <a:solidFill>
                  <a:schemeClr val="tx1"/>
                </a:solidFill>
              </a:rPr>
              <a:t>Arduino or ESP-IDF to read the radar targets and thermal frames, Python to log and study the data, simple rules first and then a small classifier (like a decision tree), plus MQTT and a basic dashboard.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Other: </a:t>
            </a:r>
            <a:r>
              <a:rPr lang="en-US" sz="1500" dirty="0">
                <a:solidFill>
                  <a:schemeClr val="tx1"/>
                </a:solidFill>
              </a:rPr>
              <a:t>test data from different rooms, a few volunteers, a pet and some warm objects (laptop, heater, hot cup), a team split across firmware, fusion and wiring, and guidance from a mentor.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80744" y="52008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dirty="0">
                <a:solidFill>
                  <a:schemeClr val="accent1"/>
                </a:solidFill>
              </a:rPr>
              <a:t>ACTUATOR ALLIANCE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we plan to do and what we hope to get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500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Plan</a:t>
            </a:r>
            <a:r>
              <a:rPr lang="en-US" sz="1500" dirty="0">
                <a:solidFill>
                  <a:schemeClr val="tx1"/>
                </a:solidFill>
              </a:rPr>
              <a:t>: an ESP32 reads the LD2450 radar all the time. When it sees a target, it reads the AMG8833 at that spot and checks for a human-sized, body-warm blob.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Improve: </a:t>
            </a:r>
            <a:r>
              <a:rPr lang="en-US" sz="1500" dirty="0">
                <a:solidFill>
                  <a:schemeClr val="tx1"/>
                </a:solidFill>
              </a:rPr>
              <a:t>fewer false alarms from pets, fans and hot objects, and fewer misses on people who sit still, with no camera at all.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Success: </a:t>
            </a:r>
            <a:r>
              <a:rPr lang="en-US" sz="1500" dirty="0">
                <a:solidFill>
                  <a:schemeClr val="tx1"/>
                </a:solidFill>
              </a:rPr>
              <a:t>"Occupied" shows only for real people, a still person stays counted</a:t>
            </a:r>
            <a:r>
              <a:rPr lang="en-US" sz="1500" dirty="0"/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300000" y="2150000"/>
            <a:ext cx="2250000" cy="640000"/>
          </a:xfrm>
          <a:prstGeom prst="roundRect">
            <a:avLst>
              <a:gd name="adj" fmla="val 18000"/>
            </a:avLst>
          </a:prstGeom>
          <a:solidFill>
            <a:srgbClr val="E6EEEA"/>
          </a:solidFill>
          <a:ln w="12700">
            <a:solidFill>
              <a:srgbClr val="B5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LD2450 Radar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0000" y="2150000"/>
            <a:ext cx="2250000" cy="64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ESP32 Controller</a:t>
            </a:r>
          </a:p>
          <a:p>
            <a:pPr algn="ctr"/>
            <a:r>
              <a:rPr sz="1050" b="0">
                <a:solidFill>
                  <a:schemeClr val="bg1"/>
                </a:solidFill>
              </a:rPr>
              <a:t>tracks people's x, y and speed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50000" y="2470000"/>
            <a:ext cx="60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75000" y="2790000"/>
            <a:ext cx="0" cy="29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425000" y="3080000"/>
            <a:ext cx="285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25000" y="3080000"/>
            <a:ext cx="0" cy="32000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75000" y="3080000"/>
            <a:ext cx="0" cy="32000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00000" y="3400000"/>
            <a:ext cx="2250000" cy="700000"/>
          </a:xfrm>
          <a:prstGeom prst="roundRect">
            <a:avLst>
              <a:gd name="adj" fmla="val 18000"/>
            </a:avLst>
          </a:prstGeom>
          <a:solidFill>
            <a:srgbClr val="E6EEEA"/>
          </a:solidFill>
          <a:ln w="12700">
            <a:solidFill>
              <a:srgbClr val="B5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No target</a:t>
            </a:r>
          </a:p>
          <a:p>
            <a:pPr algn="ctr"/>
            <a:r>
              <a:rPr sz="1050" b="0">
                <a:solidFill>
                  <a:schemeClr val="tx1"/>
                </a:solidFill>
              </a:rPr>
              <a:t>Thermal sensor stays idle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50000" y="3400000"/>
            <a:ext cx="2250000" cy="70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Target detected</a:t>
            </a:r>
          </a:p>
          <a:p>
            <a:pPr algn="ctr"/>
            <a:r>
              <a:rPr sz="1050" b="0">
                <a:solidFill>
                  <a:schemeClr val="bg1"/>
                </a:solidFill>
              </a:rPr>
              <a:t>Read AMG8833 where radar points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75000" y="4100000"/>
            <a:ext cx="0" cy="35000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150000" y="4450000"/>
            <a:ext cx="2250000" cy="54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Thermal Analysis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75000" y="4990000"/>
            <a:ext cx="0" cy="27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00000" y="5260000"/>
            <a:ext cx="350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00000" y="5260000"/>
            <a:ext cx="0" cy="30000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50000" y="5260000"/>
            <a:ext cx="0" cy="30000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600000" y="5260000"/>
            <a:ext cx="0" cy="30000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00000" y="5560000"/>
            <a:ext cx="1600000" cy="70000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HUMAN</a:t>
            </a:r>
          </a:p>
          <a:p>
            <a:pPr algn="ctr"/>
            <a:r>
              <a:rPr sz="1050" b="0">
                <a:solidFill>
                  <a:schemeClr val="tx1"/>
                </a:solidFill>
              </a:rPr>
              <a:t>Occupied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50000" y="5560000"/>
            <a:ext cx="1600000" cy="700000"/>
          </a:xfrm>
          <a:prstGeom prst="roundRect">
            <a:avLst>
              <a:gd name="adj" fmla="val 18000"/>
            </a:avLst>
          </a:prstGeom>
          <a:solidFill>
            <a:srgbClr val="E6EEEA"/>
          </a:solidFill>
          <a:ln w="12700">
            <a:solidFill>
              <a:srgbClr val="B5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ANIMAL</a:t>
            </a:r>
          </a:p>
          <a:p>
            <a:pPr algn="ctr"/>
            <a:r>
              <a:rPr sz="1050" b="0">
                <a:solidFill>
                  <a:schemeClr val="tx1"/>
                </a:solidFill>
              </a:rPr>
              <a:t>Ignore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00000" y="5560000"/>
            <a:ext cx="1600000" cy="700000"/>
          </a:xfrm>
          <a:prstGeom prst="roundRect">
            <a:avLst>
              <a:gd name="adj" fmla="val 18000"/>
            </a:avLst>
          </a:prstGeom>
          <a:solidFill>
            <a:srgbClr val="E6EEEA"/>
          </a:solidFill>
          <a:ln w="12700">
            <a:solidFill>
              <a:srgbClr val="B5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OBJECT / HEAT</a:t>
            </a:r>
          </a:p>
          <a:p>
            <a:pPr algn="ctr"/>
            <a:r>
              <a:rPr sz="1050" b="0">
                <a:solidFill>
                  <a:schemeClr val="tx1"/>
                </a:solidFill>
              </a:rPr>
              <a:t>Ignore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000" y="4500000"/>
            <a:ext cx="2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chemeClr val="accent1"/>
                </a:solidFill>
              </a:rPr>
              <a:t>Radar finds where, thermal confirms what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1 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Radar &amp; Firmware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LD2450 targets over UART, track people, filter ghost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2 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&amp; Fusion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AMG8833, find the heat blob, match radar position to thermal pixels, human / animal / object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3 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Wiring, 5V power, mounting the two sensors at the same angle, relay or LED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4 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Demo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data with people, pets and warm objects, build the dashboard, prepare slides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1227</Words>
  <Application>Microsoft Office PowerPoint</Application>
  <PresentationFormat>Widescreen</PresentationFormat>
  <Paragraphs>111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V Gautham - [CB.EN.U4ECE26056]</cp:lastModifiedBy>
  <cp:revision>2</cp:revision>
  <dcterms:created xsi:type="dcterms:W3CDTF">2026-10-07T15:27:40Z</dcterms:created>
  <dcterms:modified xsi:type="dcterms:W3CDTF">2026-10-10T09:55:33Z</dcterms:modified>
</cp:coreProperties>
</file>